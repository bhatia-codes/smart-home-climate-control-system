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324a1226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324a1226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324a1226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324a1226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324a1226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324a1226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324a1226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324a1226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324a1226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324a1226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324a1226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324a1226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324a1226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324a1226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324a1226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324a1226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324a1226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324a1226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324a1226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324a1226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324a1226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324a1226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324a1226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5324a1226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32775"/>
            <a:ext cx="8839199" cy="1634777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6695950" y="4591575"/>
            <a:ext cx="20784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2"/>
                </a:solidFill>
              </a:rPr>
              <a:t>By: Dinesh Bhatia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/>
              <a:t>Overview</a:t>
            </a:r>
            <a:endParaRPr b="1"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462702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 rotWithShape="1">
          <a:blip r:embed="rId3">
            <a:alphaModFix/>
          </a:blip>
          <a:srcRect b="0" l="3749" r="1794" t="0"/>
          <a:stretch/>
        </p:blipFill>
        <p:spPr>
          <a:xfrm>
            <a:off x="1" y="614050"/>
            <a:ext cx="9144001" cy="3767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/>
              <a:t>Fuzzy Logic Control Flow</a:t>
            </a:r>
            <a:endParaRPr b="1"/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64050"/>
            <a:ext cx="8839201" cy="332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/>
              <a:t>Frontend Architecture</a:t>
            </a:r>
            <a:endParaRPr b="1"/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2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/>
              <a:t>Frontend</a:t>
            </a:r>
            <a:r>
              <a:rPr b="1" lang="en-CA"/>
              <a:t> Control Flow</a:t>
            </a:r>
            <a:endParaRPr b="1"/>
          </a:p>
        </p:txBody>
      </p:sp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3317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/>
              <a:t>Key Features</a:t>
            </a:r>
            <a:endParaRPr b="1"/>
          </a:p>
        </p:txBody>
      </p:sp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99650"/>
            <a:ext cx="8298002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448425" y="139700"/>
            <a:ext cx="8520600" cy="4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b="1" lang="en-CA" sz="2420"/>
              <a:t>System Data Flow</a:t>
            </a:r>
            <a:endParaRPr b="1" sz="2420"/>
          </a:p>
        </p:txBody>
      </p:sp>
      <p:pic>
        <p:nvPicPr>
          <p:cNvPr id="96" name="Google Shape;96;p20"/>
          <p:cNvPicPr preferRelativeResize="0"/>
          <p:nvPr/>
        </p:nvPicPr>
        <p:blipFill rotWithShape="1">
          <a:blip r:embed="rId3">
            <a:alphaModFix/>
          </a:blip>
          <a:srcRect b="3142" l="5615" r="4827" t="4691"/>
          <a:stretch/>
        </p:blipFill>
        <p:spPr>
          <a:xfrm>
            <a:off x="989438" y="627200"/>
            <a:ext cx="7438574" cy="44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92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Technologies Used</a:t>
            </a:r>
            <a:endParaRPr/>
          </a:p>
        </p:txBody>
      </p:sp>
      <p:pic>
        <p:nvPicPr>
          <p:cNvPr id="102" name="Google Shape;1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825" y="817825"/>
            <a:ext cx="7830056" cy="417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00" y="258100"/>
            <a:ext cx="9043200" cy="420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/>
              <a:t>Fuzzy Rules Example</a:t>
            </a:r>
            <a:endParaRPr b="1"/>
          </a:p>
        </p:txBody>
      </p:sp>
      <p:pic>
        <p:nvPicPr>
          <p:cNvPr id="113" name="Google Shape;113;p23"/>
          <p:cNvPicPr preferRelativeResize="0"/>
          <p:nvPr/>
        </p:nvPicPr>
        <p:blipFill rotWithShape="1">
          <a:blip r:embed="rId3">
            <a:alphaModFix/>
          </a:blip>
          <a:srcRect b="0" l="1802" r="1802" t="17081"/>
          <a:stretch/>
        </p:blipFill>
        <p:spPr>
          <a:xfrm>
            <a:off x="180100" y="1284700"/>
            <a:ext cx="8783801" cy="280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475" y="63425"/>
            <a:ext cx="8305050" cy="508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ank you words written by 3d white people (Provided by Getty Images)" id="123" name="Google Shape;12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200" y="152400"/>
            <a:ext cx="645159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